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ECECF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B34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34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92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9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92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Genre</c:v>
                  </c:pt>
                  <c:pt idx="1">
                    <c:v>Medium</c:v>
                  </c:pt>
                  <c:pt idx="2">
                    <c:v>Mood</c:v>
                  </c:pt>
                  <c:pt idx="3">
                    <c:v>Time</c:v>
                  </c:pt>
                  <c:pt idx="4">
                    <c:v>Social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5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ECECF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9AA0B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2A2F3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0B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A1D27"/>
        </a:solidFill>
        <a:ln>
          <a:noFill/>
        </a:ln>
        <a:effectLst/>
      </c:spPr>
    </c:plotArea>
    <c:plotVisOnly val="1"/>
    <c:dispBlanksAs val="span"/>
  </c:chart>
  <c:spPr>
    <a:solidFill>
      <a:srgbClr val="1A1D2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371600"/>
            <a:ext cx="1216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🎬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6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spc="200" kern="0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0" y="37490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Movie &amp; Game Recommender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0" y="42062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mood — get the perfect pick, and the reason why.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09160" y="4983480"/>
            <a:ext cx="274320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51206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Capstone  ·  Sejong University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54864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Asliddin Ismail   ·   Chae Hunwoo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choice, too little time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937760" cy="4114800"/>
          </a:xfrm>
          <a:prstGeom prst="roundRect">
            <a:avLst>
              <a:gd name="adj" fmla="val 17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i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often spend </a:t>
            </a:r>
            <a:pPr indent="0" marL="0">
              <a:lnSpc>
                <a:spcPct val="110000"/>
              </a:lnSpc>
              <a:buNone/>
            </a:pPr>
            <a:r>
              <a:rPr lang="en-US" sz="2400" b="1" i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 choosing</a:t>
            </a:r>
            <a:pPr indent="0" marL="0">
              <a:lnSpc>
                <a:spcPct val="110000"/>
              </a:lnSpc>
              <a:buNone/>
            </a:pPr>
            <a:r>
              <a:rPr lang="en-US" sz="2400" i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to watch than they spend enjoying a short film.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5029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is real.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07568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⏳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040880" y="1984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Endless scrolling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235000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menus offer hundreds of rows and no clear answer.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320040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493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🔁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040880" y="34015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engagement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376732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maximise watch-time, not a confident decision.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461772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910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🤷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040880" y="48188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 given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40880" y="518464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rarely explain why a title suits you.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answer. And the reason why.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14884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 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a web app where you describe your mood in plain words — and an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5BC8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plus a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5BC8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instantly pick the perfect movie or game for tonight, and tell you why.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3322320" cy="1737360"/>
          </a:xfrm>
          <a:prstGeom prst="roundRect">
            <a:avLst>
              <a:gd name="adj" fmla="val 421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4206240"/>
            <a:ext cx="82296" cy="173736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43484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937760"/>
            <a:ext cx="277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pick — not 20 rows of thumbnails.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19600" y="4206240"/>
            <a:ext cx="3322320" cy="1737360"/>
          </a:xfrm>
          <a:prstGeom prst="roundRect">
            <a:avLst>
              <a:gd name="adj" fmla="val 421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19600" y="4206240"/>
            <a:ext cx="82296" cy="173736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3" name="Text 11"/>
          <p:cNvSpPr/>
          <p:nvPr/>
        </p:nvSpPr>
        <p:spPr>
          <a:xfrm>
            <a:off x="4739640" y="443484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39640" y="4937760"/>
            <a:ext cx="277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plain-language reason you can trust.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9120" y="4206240"/>
            <a:ext cx="3322320" cy="1737360"/>
          </a:xfrm>
          <a:prstGeom prst="roundRect">
            <a:avLst>
              <a:gd name="adj" fmla="val 421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9120" y="4206240"/>
            <a:ext cx="82296" cy="173736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7" name="Text 15"/>
          <p:cNvSpPr/>
          <p:nvPr/>
        </p:nvSpPr>
        <p:spPr>
          <a:xfrm>
            <a:off x="8519160" y="443484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519160" y="4937760"/>
            <a:ext cx="277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language, C for deterministic logic.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five-step pipeline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016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a mood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“scary but short, with friends”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4203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88036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2044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97180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→ preferences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7180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genre · time · mood · social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8231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512064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6072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21208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scores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21208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55 titles, picks the best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2259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736092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0100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5236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45236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personal reason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26287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960120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24128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12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69264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in browser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69264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result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language</a:t>
            </a:r>
            <a:pPr algn="ctr" indent="0" marL="0">
              <a:buNone/>
            </a:pPr>
            <a:r>
              <a:rPr lang="en-US" sz="15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ctr" indent="0" marL="0">
              <a:buNone/>
            </a:pPr>
            <a:r>
              <a:rPr lang="en-US" sz="15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handles deterministic logic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Domain-Driven Design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business idea from the plumbing — each layer has one job.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57400"/>
            <a:ext cx="109728" cy="841248"/>
          </a:xfrm>
          <a:prstGeom prst="rect">
            <a:avLst/>
          </a:prstGeom>
          <a:solidFill>
            <a:srgbClr val="5BC8A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16712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840480" y="216712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users reach: web pages + HTTP API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412480" y="216712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 + React · Express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99008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990088"/>
            <a:ext cx="109728" cy="841248"/>
          </a:xfrm>
          <a:prstGeom prst="rect">
            <a:avLst/>
          </a:prstGeom>
          <a:solidFill>
            <a:srgbClr val="5BC8A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9981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840480" y="309981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understand → pick → explain → discuss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12480" y="309981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922776"/>
            <a:ext cx="109728" cy="84124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03250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840480" y="403250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 &amp; rules · the scoring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12480" y="403250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+ C engine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8554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855464"/>
            <a:ext cx="109728" cy="841248"/>
          </a:xfrm>
          <a:prstGeom prst="rect">
            <a:avLst/>
          </a:prstGeom>
          <a:solidFill>
            <a:srgbClr val="5BC8AF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965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3840480" y="496519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outside world: AI client, engine runner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412480" y="49651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OpenRouter · child process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 backend runs the compiled C program as a child process, exchanging JSON.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LLM at three points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22320" cy="3108960"/>
          </a:xfrm>
          <a:prstGeom prst="roundRect">
            <a:avLst>
              <a:gd name="adj" fmla="val 2353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240280"/>
            <a:ext cx="868680" cy="86868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59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understanding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7947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free text and emits structured preferences as strict JSON — turning vague human language into machine-usable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9600" y="1920240"/>
            <a:ext cx="3322320" cy="3108960"/>
          </a:xfrm>
          <a:prstGeom prst="roundRect">
            <a:avLst>
              <a:gd name="adj" fmla="val 2353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85360" y="2240280"/>
            <a:ext cx="868680" cy="86868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536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💬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85360" y="3291840"/>
            <a:ext cx="259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generation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85360" y="37947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 engine picks a title, the LLM writes a warm two-to-three sentence reason, tailored to what the user said.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99120" y="1920240"/>
            <a:ext cx="3322320" cy="3108960"/>
          </a:xfrm>
          <a:prstGeom prst="roundRect">
            <a:avLst>
              <a:gd name="adj" fmla="val 2353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64880" y="2240280"/>
            <a:ext cx="868680" cy="86868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488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🎭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564880" y="3291840"/>
            <a:ext cx="259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discussion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64880" y="37947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full analysis of any film: theme, epic moments, director's vision, and discussion questions.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Provider:  </a:t>
            </a:r>
            <a:pPr algn="ctr" indent="0" marL="0">
              <a:buNone/>
            </a:pPr>
            <a:r>
              <a:rPr lang="en-US" sz="14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— free open models (Qwen3)</a:t>
            </a:r>
            <a:pPr algn="ctr"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zero cost for students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Transparent, rule-based scoring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title earns points; the highest score wins. The biggest weights reflect what matters most.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10312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10312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Mode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0" y="2834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 program, two modes: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0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args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interactive 5-question quiz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0" y="4069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args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prints one line of JSON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72400" y="4983480"/>
            <a:ext cx="3566160" cy="822960"/>
          </a:xfrm>
          <a:prstGeom prst="rect">
            <a:avLst/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09560" y="50749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C8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cinematch Movie horror short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C8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intense group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pages, one app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3172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✨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19456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Match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94560" y="2788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feature. Type a mood, get one explained pick from the curated 55-title library.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9400" y="233172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🎬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786384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863840" y="2788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thousands of real films from the open TMDB dataset — search, filter, posters, details.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457200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572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🎮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2194560" y="4526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94560" y="50292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800,000+ titles from the open RAWG dataset — covers, ratings, and detail views.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309360" y="416052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29400" y="457200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4572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💬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863840" y="4526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863840" y="50292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any film for AI analysis: cast, theme, epic moments, and discussion questions.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crash in a live 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AI models rate-limit and fail. CINEMATCH degrades gracefully at every layer.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63240" y="21031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52044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0" y="21031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23960" y="21031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28116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8116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fallback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3383280"/>
            <a:ext cx="3322320" cy="2286000"/>
          </a:xfrm>
          <a:prstGeom prst="roundRect">
            <a:avLst>
              <a:gd name="adj" fmla="val 32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3611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🔁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14400" y="434340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480060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429 or 5xx error, the request retries after a short delay.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9600" y="3383280"/>
            <a:ext cx="3322320" cy="2286000"/>
          </a:xfrm>
          <a:prstGeom prst="roundRect">
            <a:avLst>
              <a:gd name="adj" fmla="val 32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93920" y="3611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🔑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693920" y="434340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fallback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93920" y="480060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all AI fails, a local matcher still derives sensible preferences.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99120" y="3383280"/>
            <a:ext cx="3322320" cy="2286000"/>
          </a:xfrm>
          <a:prstGeom prst="roundRect">
            <a:avLst>
              <a:gd name="adj" fmla="val 32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473440" y="3611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8473440" y="434340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fallback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73440" y="480060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AI fields are replaced with rich, well-written defaults.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Rehearsed and reliable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322320" cy="3291840"/>
          </a:xfrm>
          <a:prstGeom prst="roundRect">
            <a:avLst>
              <a:gd name="adj" fmla="val 222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37744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AA0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“relaxing cozy solo night”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3291840"/>
            <a:ext cx="268224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74720"/>
            <a:ext cx="332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🎮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Balatro (2024)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489204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Cozy · Relaxed · ★ 9.0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19600" y="2103120"/>
            <a:ext cx="3322320" cy="3291840"/>
          </a:xfrm>
          <a:prstGeom prst="roundRect">
            <a:avLst>
              <a:gd name="adj" fmla="val 222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39640" y="237744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AA0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“scary horror with a group”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739640" y="3291840"/>
            <a:ext cx="268224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19600" y="3474720"/>
            <a:ext cx="332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🎬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602480" y="434340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 (1979)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02480" y="489204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Horror · Intense · ★ 8.5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99120" y="2103120"/>
            <a:ext cx="3322320" cy="3291840"/>
          </a:xfrm>
          <a:prstGeom prst="roundRect">
            <a:avLst>
              <a:gd name="adj" fmla="val 222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19160" y="237744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AA0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“epic action game for hours”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519160" y="3291840"/>
            <a:ext cx="268224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99120" y="3474720"/>
            <a:ext cx="332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🎮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382000" y="434340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Mario Odyssey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82000" y="489204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Light · ★ 9.4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mood → same pick, every time. The C engine is deterministic.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&amp; open data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→ cinematch.exe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5186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5186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1" name="Text 9"/>
          <p:cNvSpPr/>
          <p:nvPr/>
        </p:nvSpPr>
        <p:spPr>
          <a:xfrm>
            <a:off x="363474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3474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07542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7542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9" name="Text 17"/>
          <p:cNvSpPr/>
          <p:nvPr/>
        </p:nvSpPr>
        <p:spPr>
          <a:xfrm>
            <a:off x="925830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5830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(Qwen3)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45186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5186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7" name="Text 25"/>
          <p:cNvSpPr/>
          <p:nvPr/>
        </p:nvSpPr>
        <p:spPr>
          <a:xfrm>
            <a:off x="363474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3474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open dataset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6364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4652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 open dataset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07542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07542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5" name="Text 33"/>
          <p:cNvSpPr/>
          <p:nvPr/>
        </p:nvSpPr>
        <p:spPr>
          <a:xfrm>
            <a:off x="925830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5830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554480"/>
            <a:ext cx="1216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🎬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C meets modern AI.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idea, executed cleanly — deterministic logic in C, language in an LLM,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 in a polished, well-architected product.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4846320"/>
            <a:ext cx="274320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50292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0" y="55778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github.com/zubaydullayevasliddin06-cmd  ·  CINEMATCH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CINEMATCH — Capstone Presentation</dc:title>
  <dc:subject>PptxGenJS Presentation</dc:subject>
  <dc:creator>CINEMATCH Team</dc:creator>
  <cp:lastModifiedBy>CINEMATCH Team</cp:lastModifiedBy>
  <cp:revision>1</cp:revision>
  <dcterms:created xsi:type="dcterms:W3CDTF">2026-06-14T02:30:15Z</dcterms:created>
  <dcterms:modified xsi:type="dcterms:W3CDTF">2026-06-14T02:30:15Z</dcterms:modified>
</cp:coreProperties>
</file>